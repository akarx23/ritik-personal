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RAG and Its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Aayush Srivastava</a:t>
            </a:r>
          </a:p>
          <a:p>
            <a:r>
              <a:t>Nash Tech.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Introduction: What is LLM, What is RAG?</a:t>
            </a:r>
          </a:p>
          <a:p>
            <a:pPr/>
            <a:r>
              <a:t>2. LLM And Its Limitations: Why RAG is important?</a:t>
            </a:r>
          </a:p>
          <a:p>
            <a:pPr/>
            <a:r>
              <a:t>3. RAG Architecture</a:t>
            </a:r>
          </a:p>
          <a:p>
            <a:pPr/>
            <a:r>
              <a:t>4. How Does RAG Work</a:t>
            </a:r>
          </a:p>
          <a:p>
            <a:pPr/>
            <a:r>
              <a:t>5. RAG Vs Fine-Tuning</a:t>
            </a:r>
          </a:p>
          <a:p>
            <a:pPr/>
            <a:r>
              <a:t>6. Benefits Of RAG</a:t>
            </a:r>
          </a:p>
          <a:p>
            <a:pPr/>
            <a:r>
              <a:t>7. Applications</a:t>
            </a:r>
          </a:p>
          <a:p>
            <a:pPr/>
            <a:r>
              <a:t>8.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 large language model (LLM) is a type of artificial intelligence program that can recognize and generate text, among other tasks.</a:t>
            </a:r>
          </a:p>
          <a:p>
            <a:pPr/>
            <a:r>
              <a:t>LLMs are very large models pre-trained on vast amounts of data.</a:t>
            </a:r>
          </a:p>
          <a:p>
            <a:pPr/>
            <a:r>
              <a:t>Built on transformer architecture: a neural network with an encoder and decoder having self-attention capabilities.</a:t>
            </a:r>
          </a:p>
          <a:p>
            <a:pPr/>
            <a:r>
              <a:t>Tasks: Answering questions, summarizing documents, translating languages, completing sentences.</a:t>
            </a:r>
          </a:p>
          <a:p>
            <a:pPr/>
            <a:r>
              <a:t>Example: OpenAI's GPT-3 has 175 billion parameters and supports inputs up to 100K tokens.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LLM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 simpler terms, an LLM is a computer program fed enough examples to recognize and interpret human language or complex data.</a:t>
            </a:r>
          </a:p>
          <a:p>
            <a:pPr/>
            <a:r>
              <a:t>Quality of samples impacts learning; programmers often use curated datasets.</a:t>
            </a:r>
          </a:p>
          <a:p>
            <a:pPr/>
            <a:r>
              <a:t>[PLACEHOLDER FOR DIAGRAM: Generative Approach / Model Architecture]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LLM's And Its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Not Updated to latest information: Models only know data up to their training cutoff.</a:t>
            </a:r>
          </a:p>
          <a:p>
            <a:pPr/>
            <a:r>
              <a:t>Hallucinations: Output can be factually incorrect or nonsensical but look coherent.</a:t>
            </a:r>
          </a:p>
          <a:p>
            <a:pPr/>
            <a:r>
              <a:t>Domain-specific accuracy: LLMs often lack specific organizational knowledge (e.g., specific HR policies).</a:t>
            </a:r>
          </a:p>
          <a:p>
            <a:pPr/>
            <a:r>
              <a:t>Source Citations: Difficult to verify sources; lack of citations is an ethical concern.</a:t>
            </a:r>
          </a:p>
          <a:p>
            <a:pPr/>
            <a:r>
              <a:t>Updates take long training time: Re-training is computationally intensive and resource-heavy.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RAG stands for Retrieval-Augmented Generation.</a:t>
            </a:r>
          </a:p>
          <a:p>
            <a:pPr/>
            <a:r>
              <a:t>Combines retrieval and generation processes to enhance LLM capabilities.</a:t>
            </a:r>
          </a:p>
          <a:p>
            <a:pPr/>
            <a:r>
              <a:t>Retrieves relevant information from a knowledge base/external source.</a:t>
            </a:r>
          </a:p>
          <a:p>
            <a:pPr/>
            <a:r>
              <a:t>Uses retrieved info + internal knowledge to generate contextually relevant responses.</a:t>
            </a:r>
          </a:p>
          <a:p>
            <a:pPr/>
            <a:r>
              <a:t>Produces higher-quality, context-aware outputs.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 RAG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LLM Metaphor: An over-enthusiastic employee who is confident but uninformed on current events.</a:t>
            </a:r>
          </a:p>
          <a:p>
            <a:pPr/>
            <a:r>
              <a:t>RAG Solution: Redirects LLM to retrieve info from authoritative sources.</a:t>
            </a:r>
          </a:p>
          <a:p>
            <a:pPr/>
            <a:r>
              <a:t>Benefits: Greater control over output; users gain insight into generation sources.</a:t>
            </a:r>
          </a:p>
          <a:p>
            <a:pPr/>
            <a:r>
              <a:t>Example: Asking about specific recent awards (e.g., Google Cloud Partner 2023) where a standard LLM fails due to date cutoffs.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Generalized RAG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Framework to mitigate LLM challenges.</a:t>
            </a:r>
          </a:p>
          <a:p>
            <a:pPr/>
            <a:r>
              <a:t>[PLACEHOLDER FOR DIAGRAM: Generalized RAG Approach]</a:t>
            </a:r>
          </a:p>
          <a:p>
            <a:pPr/>
            <a:r>
              <a:t>Key Components likely in diagram:</a:t>
            </a:r>
          </a:p>
          <a:p>
            <a:pPr/>
            <a:r>
              <a:t>- Embedding Model</a:t>
            </a:r>
          </a:p>
          <a:p>
            <a:pPr/>
            <a:r>
              <a:t>- Private/Custom Data &amp; External Data Source</a:t>
            </a:r>
          </a:p>
          <a:p>
            <a:pPr/>
            <a:r>
              <a:t>- Vector DB / Retrieval Methods</a:t>
            </a:r>
          </a:p>
          <a:p>
            <a:pPr/>
            <a:r>
              <a:t>- Retrieved Context</a:t>
            </a:r>
          </a:p>
          <a:p>
            <a:pPr/>
            <a:r>
              <a:t>- Query + Prompt -&gt; LLM -&gt; Formatted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[PLACEHOLDER FOR IMAGE/DIAGRAM FROM PAGE 11]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[PLACEHOLDER FOR IMAGE/DIAGRAM FROM PAGE 12]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[PLACEHOLDER FOR IMAGE/DIAGRAM FROM PAGE 13]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[PLACEHOLDER FOR IMAGE/DIAGRAM FROM PAGE 14]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[PLACEHOLDER FOR IMAGE/DIAGRAM FROM PAGE 15]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[PLACEHOLDER FOR IMAGE/DIAGRAM FROM PAGE 16]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[PLACEHOLDER FOR IMAGE/DIAGRAM FROM PAGE 17]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[PLACEHOLDER FOR IMAGE/DIAGRAM FROM PAGE 18]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[PLACEHOLDER FOR IMAGE/DIAGRAM FROM PAGE 19]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[PLACEHOLDER FOR IMAGE/DIAGRAM FROM PAGE 20]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